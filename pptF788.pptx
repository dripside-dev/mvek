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7384F-792A-4C39-803C-D162F695957B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DC729-7596-40B1-BCA8-D74A0FB6E5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462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DDC729-7596-40B1-BCA8-D74A0FB6E56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798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506D52-3FB1-4FA9-296E-7B050EB78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E70E7C-16DE-B36B-692C-AFE1A9878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1A2E18-75BD-C96C-1BCF-EEB0097F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727E-DEB4-452F-88F7-0690E5D3E1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DEA1BA-20D7-242E-DF46-2647C01A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B80FB9-8CB5-1EF8-6517-090B20CF4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9A99-4754-4659-9C5B-D274D77DD1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78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56A351-D838-493C-AF38-D3D66D7FC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BE9321-1DF0-3357-D39E-32364849D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40A14E-2416-D6F3-F64A-2703C1D92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727E-DEB4-452F-88F7-0690E5D3E1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DC4056-149B-D7E2-7144-7B8D92C54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F2DACA-B76D-3F30-72F6-2CDD68F11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9A99-4754-4659-9C5B-D274D77DD1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79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B8A7D-164B-214F-72D5-8A55B691C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AEB4F2-6D4A-59A1-F08A-64679865D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D7D81C-8DA0-227A-62CE-936B67EA9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727E-DEB4-452F-88F7-0690E5D3E1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B4BD40-743E-2ED9-997A-0B33FCA3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9AF383-9C37-8474-682E-94171CB0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9A99-4754-4659-9C5B-D274D77DD1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880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D53E56-3D11-8D22-DF2A-F9A1CEA0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80BFB8-3AA1-2843-98C2-0EB8D0B5F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929A0E-A2C8-246A-7034-E2A9A9CE9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8E7DCE-F3C8-91C3-EF9C-7D02A3789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727E-DEB4-452F-88F7-0690E5D3E1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876108-69C5-049E-8D54-4D58CFFF1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34CAE8-A7E1-1AD6-057F-DCE777C6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9A99-4754-4659-9C5B-D274D77DD1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82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A3512A-E6AF-C38A-F9AE-29B3B7D15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8672C2-2DBF-3954-BAD2-AEF7619FE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17547D-9DB1-9F68-8233-D85101C86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AD59E3-E619-6C9E-4009-40511DB573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B3A3C1A-B697-83DF-7FF1-0D5A5E2442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B8F6DE7-1900-2595-C6A5-DC8DDC0F4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727E-DEB4-452F-88F7-0690E5D3E1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634318B-7DD7-98DF-8AE8-01C2E5A6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33B51E7-B2BB-B299-6CC1-9750FEB3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9A99-4754-4659-9C5B-D274D77DD1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638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EB4DB-0D0E-A895-D917-B98680CB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53953A9-CF6B-35D9-DD24-461C483E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727E-DEB4-452F-88F7-0690E5D3E1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BB6F4B1-AA85-BBC7-B020-05A02875E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662D334-F8DC-AD54-84E7-A47DBC0CF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9A99-4754-4659-9C5B-D274D77DD1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76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BBA8064-B03A-B8ED-57EF-560AFF915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727E-DEB4-452F-88F7-0690E5D3E1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95C806A-5581-4A6B-B079-1F37FF792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FE982E-23C9-D754-E106-6F74CA998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9A99-4754-4659-9C5B-D274D77DD1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760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AA1155-3069-34D1-EF99-EFA46CD9D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7A8251-198A-6DF0-1A0F-E1B10D5C7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23DCD-8C4D-C421-D3EF-086CBAB6F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E155B5-43D9-046E-4DC1-EA14A8D7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727E-DEB4-452F-88F7-0690E5D3E1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CE2A91-5C3E-D44C-D9C2-3C75D3815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0849D3-1072-DF75-A373-CE3C1523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9A99-4754-4659-9C5B-D274D77DD1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906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CDCB7-BB28-B7C6-E236-40E1E4C1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870E78-F002-8A6C-3661-DF0A30EE5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28B130-5473-6900-4BDD-1E37BA842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B40B21-E8EE-BC31-F4FE-285E4C292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727E-DEB4-452F-88F7-0690E5D3E1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98FF46-AFD3-40E7-6A79-B8E8255A0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941861-D963-4A59-9927-59CB93E2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9A99-4754-4659-9C5B-D274D77DD1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2677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454AB-F661-2F6B-33D7-14BACC0D9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6E75C3-6DBE-F955-656A-B64AA3871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EA618F-16A2-818B-0B82-0E9F38A70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727E-DEB4-452F-88F7-0690E5D3E1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ABAE62-7334-BC12-1D90-4472BD782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989570-076A-00E8-BA73-22A20D7A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9A99-4754-4659-9C5B-D274D77DD1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963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6E8CB24-97DC-C2F1-10ED-B516073E8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7092AB-010A-B881-F26B-6962BEE11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7CBDB3-FF09-8990-80EA-EB358A9E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727E-DEB4-452F-88F7-0690E5D3E1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7A05D3-E16A-6586-E606-B97B63087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15AF32-1E63-3503-FCFF-B93E87A58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9A99-4754-4659-9C5B-D274D77DD1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839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B56C36-EAE1-572F-195B-56D72C319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73C787-E631-0A5B-D138-1133DC417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ED9898-9CD9-1993-41FC-7C6F0DFF5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5727E-DEB4-452F-88F7-0690E5D3E199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0AB37F-24E6-DD29-9F08-557999FB8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60A91-6B17-622E-AFB3-ECCF808B0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19A99-4754-4659-9C5B-D274D77DD1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25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19ED81-8CB1-1BC4-E314-A2988F661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4272" y="2331022"/>
            <a:ext cx="9144000" cy="1655762"/>
          </a:xfrm>
        </p:spPr>
        <p:txBody>
          <a:bodyPr>
            <a:normAutofit/>
          </a:bodyPr>
          <a:lstStyle/>
          <a:p>
            <a:r>
              <a:rPr lang="ru-RU" sz="4800" dirty="0"/>
              <a:t>План продвижения игры</a:t>
            </a:r>
          </a:p>
        </p:txBody>
      </p:sp>
    </p:spTree>
    <p:extLst>
      <p:ext uri="{BB962C8B-B14F-4D97-AF65-F5344CB8AC3E}">
        <p14:creationId xmlns:p14="http://schemas.microsoft.com/office/powerpoint/2010/main" val="1873460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4D855AC-9749-4B8B-6A57-FEBE82AA5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658" y="71102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3600" dirty="0"/>
              <a:t>                                   Соцсети (</a:t>
            </a:r>
            <a:r>
              <a:rPr lang="en-US" sz="3600" dirty="0"/>
              <a:t>VK, Telegram, </a:t>
            </a:r>
            <a:endParaRPr lang="ru-RU" sz="3600" dirty="0"/>
          </a:p>
          <a:p>
            <a:pPr marL="0" indent="0">
              <a:buNone/>
            </a:pPr>
            <a:r>
              <a:rPr lang="ru-RU" sz="3600" dirty="0"/>
              <a:t>                                       </a:t>
            </a:r>
            <a:r>
              <a:rPr lang="en-US" sz="3600" dirty="0"/>
              <a:t>YouTube, TikTok)</a:t>
            </a:r>
            <a:endParaRPr lang="ru-RU" sz="3600" dirty="0"/>
          </a:p>
          <a:p>
            <a:pPr marL="0" indent="0">
              <a:buNone/>
            </a:pPr>
            <a:r>
              <a:rPr lang="ru-RU" dirty="0"/>
              <a:t>10 000–50 000 ₽/мес.</a:t>
            </a:r>
          </a:p>
          <a:p>
            <a:pPr marL="0" indent="0">
              <a:buNone/>
            </a:pPr>
            <a:r>
              <a:rPr lang="ru-RU" dirty="0"/>
              <a:t>Молодёжная аудитория активно сидит в соцсетях. Можно запускать </a:t>
            </a:r>
            <a:r>
              <a:rPr lang="ru-RU" dirty="0" err="1"/>
              <a:t>таргет</a:t>
            </a:r>
            <a:r>
              <a:rPr lang="ru-RU" dirty="0"/>
              <a:t> , делать короткие видео с геймплеем, стримы, челленджи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58563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54D0EB8-78A0-05E9-759A-5C0B70D8A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472" y="7740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                            </a:t>
            </a:r>
            <a:r>
              <a:rPr lang="ru-RU" sz="3600" dirty="0"/>
              <a:t>Баннерная реклама в интернете</a:t>
            </a:r>
          </a:p>
          <a:p>
            <a:pPr marL="0" indent="0">
              <a:buNone/>
            </a:pPr>
            <a:r>
              <a:rPr lang="ru-RU" sz="3600" dirty="0"/>
              <a:t>                          (игровые порталы, форумы)</a:t>
            </a:r>
          </a:p>
          <a:p>
            <a:pPr marL="0" indent="0">
              <a:buNone/>
            </a:pPr>
            <a:r>
              <a:rPr lang="ru-RU" dirty="0"/>
              <a:t>20 000–60 000 ₽/мес.</a:t>
            </a:r>
          </a:p>
          <a:p>
            <a:pPr marL="0" indent="0">
              <a:buNone/>
            </a:pPr>
            <a:r>
              <a:rPr lang="ru-RU" dirty="0"/>
              <a:t>Размещение на тематических площадках (DTF, </a:t>
            </a:r>
            <a:r>
              <a:rPr lang="ru-RU" dirty="0" err="1"/>
              <a:t>Habr</a:t>
            </a:r>
            <a:r>
              <a:rPr lang="ru-RU" dirty="0"/>
              <a:t>, игровые форумы) привлекает интересующуюся аудиторию.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733496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B6BCE01-8A9C-3AEB-0A53-ECA0FECCF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568" y="79235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                                          </a:t>
            </a:r>
            <a:r>
              <a:rPr lang="ru-RU" sz="3600" dirty="0"/>
              <a:t>Контекстная реклама</a:t>
            </a:r>
          </a:p>
          <a:p>
            <a:pPr marL="0" indent="0">
              <a:buNone/>
            </a:pPr>
            <a:r>
              <a:rPr lang="ru-RU" sz="3600" dirty="0"/>
              <a:t>                           (Яндекс. Директ, Google </a:t>
            </a:r>
            <a:r>
              <a:rPr lang="ru-RU" sz="3600" dirty="0" err="1"/>
              <a:t>Ads</a:t>
            </a:r>
            <a:r>
              <a:rPr lang="ru-RU" sz="3600" dirty="0"/>
              <a:t> )</a:t>
            </a:r>
          </a:p>
          <a:p>
            <a:pPr marL="0" indent="0">
              <a:buNone/>
            </a:pPr>
            <a:r>
              <a:rPr lang="ru-RU" dirty="0"/>
              <a:t>15 000–40 000 ₽/мес.</a:t>
            </a:r>
          </a:p>
          <a:p>
            <a:pPr marL="0" indent="0">
              <a:buNone/>
            </a:pPr>
            <a:r>
              <a:rPr lang="ru-RU" dirty="0"/>
              <a:t>Позволяет быстро получить целевых игроков по запросам «рогалик», «инди-игры», «студенческие игры».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205912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B2A87A5-FCF0-CC88-05A7-FD2914090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492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/>
              <a:t>                           Оффлайн-реклама </a:t>
            </a:r>
          </a:p>
          <a:p>
            <a:pPr marL="0" indent="0">
              <a:buNone/>
            </a:pPr>
            <a:r>
              <a:rPr lang="ru-RU" sz="3600" dirty="0"/>
              <a:t>(университетские мероприятия, постеры в вузах)</a:t>
            </a:r>
          </a:p>
          <a:p>
            <a:pPr marL="0" indent="0">
              <a:buNone/>
            </a:pPr>
            <a:r>
              <a:rPr lang="ru-RU" dirty="0"/>
              <a:t>30 000–80 000 ₽/разово</a:t>
            </a:r>
          </a:p>
          <a:p>
            <a:pPr marL="0" indent="0">
              <a:buNone/>
            </a:pPr>
            <a:r>
              <a:rPr lang="ru-RU" dirty="0"/>
              <a:t>Прямой контакт с целевой аудиторией — студентами. Повышает узнаваемость и вовлечённость.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184893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373E4D"/>
      </a:dk1>
      <a:lt1>
        <a:sysClr val="window" lastClr="F9F9F9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373E4D"/>
      </a:dk1>
      <a:lt1>
        <a:sysClr val="window" lastClr="F9F9F9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143</Words>
  <Application>Microsoft Office PowerPoint</Application>
  <PresentationFormat>Широкоэкранный</PresentationFormat>
  <Paragraphs>18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A3_O2</dc:creator>
  <cp:lastModifiedBy>A3_O2</cp:lastModifiedBy>
  <cp:revision>2</cp:revision>
  <dcterms:created xsi:type="dcterms:W3CDTF">2026-05-12T06:56:49Z</dcterms:created>
  <dcterms:modified xsi:type="dcterms:W3CDTF">2026-05-18T14:39:01Z</dcterms:modified>
</cp:coreProperties>
</file>