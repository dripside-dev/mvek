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93F85-5EC0-1AED-B070-095340101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1AA7E9-2F93-475D-3193-1417CFDB1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FE1E7B-BFBB-F5FE-C948-3260E204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8168B0-36FE-F50A-6420-8039E32C8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AF3498-BE4E-D3A9-B090-CDA42547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96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99FF9-1CB8-88F4-B577-D7E1F2BF3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C25044-0C6E-126C-F195-417FAD1B9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7D7C37-CBF3-E2D8-A2DC-4AA1AA83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0079D2-BD27-525E-1BD7-319D3EC8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73FA73-5E39-75A1-C50B-5D85672C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814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797472-FDB9-2F72-031D-1D04F36A5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50B8EE-DF88-8561-13B0-30B3D5B6B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1D98F3-ED82-97AE-4BA3-8E85493AA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C74875-63E6-FB8D-51CB-02FF0DFC5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AA61EA-06AD-F5AB-4FBB-563AD73E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76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0D981-6C84-38F4-51F4-0BB9BE4A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7A5027-31DF-D4D2-4D4E-29FB49284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C70F0F-58BC-92E6-C803-08DDC4E6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A6243C-ECD0-29D9-A310-8CFDA742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EE482E-B7DA-947A-5A7F-6EFF3E23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8F874E-C053-E8DA-E170-08C0A2FE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4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88F36-6BAD-7854-FBEA-3257A05B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A8F38E-455C-A1D1-36E9-88D5ADCA2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1E5DF4-888D-E91B-C1F8-4BDE897B9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095AE9-794F-1898-A543-4D5DD7067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489F70-A2EA-6298-6A40-1E9E772F7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96553BB-21D5-187D-20BE-C02240C3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F1224B9-D248-C0BD-3E7B-EA0FFD20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7D5FD57-A6D8-B6C2-CA7E-489B87CB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28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1772A-6D40-22F0-2217-8AE76058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3A8B249-FB86-C016-9D70-769379EAF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5A4210B-A467-5009-5CB6-32DE845D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CF77D9-25A9-00C0-3709-08F697B1E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979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A2D99EA-5179-89A8-5BB3-5E254006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DFAD0F-820E-14AF-EA47-7EED8BA0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1B4A5B-D6DE-D435-2FE7-D26742C40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44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BA186A-C70E-180E-BFBF-9CDBF9D3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A0A328-E34E-FCAC-309B-AE6908CD2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606095-A936-5684-8B4F-5B1CE85E7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BCA618-F2C2-C334-BA55-84C55AA9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1E27EF-237B-0525-C67C-FA7CF707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3A2A42-2315-05DF-35DF-4418A902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96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B9E26-1D59-4CFB-62E4-8722942B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F28307F-A0A3-CD95-0882-FE557D0F1A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1287DB-6B74-9F06-D59B-E6531BF46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4A5DD5-B74F-3BA4-9213-8F4A530D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A75AEF-D88A-FD3E-EFB5-551EA20D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F217C1-6341-26BF-CE0E-F0D09D8B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3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336AA-A81B-698E-4A71-BCB8D76EA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AC6F77-DE98-B3C4-D1B1-585002004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0553BC-365E-37FF-22B4-4894069DF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9EA70-D82A-D5A2-8DFF-370544774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D0EBF3-3B31-4A66-0FBB-76D343C3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00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C1F9F50-FB38-E8BE-19AC-8EC9B7E13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51153A-51AD-E4AF-3D7E-CF0AE0F45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EE5527-C127-8EEC-5631-026A58BF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0C42E8-DD66-A983-D545-E77FEC958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21C6CC-6106-46B5-506E-BAEBBAAE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76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3DF02-3305-3E95-F485-81A37FE6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BF5F24-533F-1734-CBB0-26EFFB7B1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48F60A-8625-ECCB-D288-0B6A2EC1A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53AED-D65A-4409-A62E-2E330D4CB097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85B586-577D-B1D6-3B9A-05EF9114C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0C4772-D9DD-9825-D660-52839EAF8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347F7-DC4C-4A6A-9104-10B42F38F6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47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A28362-0BC6-42F9-3BF0-3B5BAE768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3416" y="1773238"/>
            <a:ext cx="9144000" cy="1655762"/>
          </a:xfrm>
        </p:spPr>
        <p:txBody>
          <a:bodyPr>
            <a:normAutofit/>
          </a:bodyPr>
          <a:lstStyle/>
          <a:p>
            <a:r>
              <a:rPr lang="ru-RU" sz="4400" dirty="0"/>
              <a:t>Продуктовая матрица игры </a:t>
            </a:r>
          </a:p>
        </p:txBody>
      </p:sp>
    </p:spTree>
    <p:extLst>
      <p:ext uri="{BB962C8B-B14F-4D97-AF65-F5344CB8AC3E}">
        <p14:creationId xmlns:p14="http://schemas.microsoft.com/office/powerpoint/2010/main" val="3682459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6484B9A-B33E-6932-B686-A34EC74E0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5560" y="21456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                          </a:t>
            </a:r>
            <a:r>
              <a:rPr lang="ru-RU" sz="3600" dirty="0"/>
              <a:t>Вид товара.</a:t>
            </a:r>
          </a:p>
          <a:p>
            <a:pPr marL="0" indent="0">
              <a:buNone/>
            </a:pPr>
            <a:r>
              <a:rPr lang="ru-RU" sz="3600" dirty="0"/>
              <a:t>Описание, обоснование выборов</a:t>
            </a:r>
          </a:p>
        </p:txBody>
      </p:sp>
    </p:spTree>
    <p:extLst>
      <p:ext uri="{BB962C8B-B14F-4D97-AF65-F5344CB8AC3E}">
        <p14:creationId xmlns:p14="http://schemas.microsoft.com/office/powerpoint/2010/main" val="3492020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6BC326D-DB15-1B57-2356-5086B77DC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Лид-магнит</a:t>
            </a:r>
            <a:r>
              <a:rPr lang="en-US" dirty="0"/>
              <a:t>:</a:t>
            </a:r>
            <a:r>
              <a:rPr lang="ru-RU" dirty="0"/>
              <a:t> бесплатная демо-версия или доступ к первым уровням игры. Позволяет игрокам попробовать геймплей без риска, формирует доверие и интерес к покупке.</a:t>
            </a:r>
          </a:p>
        </p:txBody>
      </p:sp>
    </p:spTree>
    <p:extLst>
      <p:ext uri="{BB962C8B-B14F-4D97-AF65-F5344CB8AC3E}">
        <p14:creationId xmlns:p14="http://schemas.microsoft.com/office/powerpoint/2010/main" val="368102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1F3681B-CFA9-87F9-E534-A0510AE9A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Трипваер</a:t>
            </a:r>
            <a:r>
              <a:rPr lang="en-US" dirty="0"/>
              <a:t> :</a:t>
            </a:r>
            <a:r>
              <a:rPr lang="ru-RU" dirty="0"/>
              <a:t>Скидка на первую покупку или бандл «игра + саундтрек» по сниженной цене. Снижает барьер для первой покупки, стимулирует переход от бесплатного к платному продукту.</a:t>
            </a:r>
          </a:p>
        </p:txBody>
      </p:sp>
    </p:spTree>
    <p:extLst>
      <p:ext uri="{BB962C8B-B14F-4D97-AF65-F5344CB8AC3E}">
        <p14:creationId xmlns:p14="http://schemas.microsoft.com/office/powerpoint/2010/main" val="1934292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0EDC3ED-4671-3C95-62C9-0242C3592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Main offer (</a:t>
            </a:r>
            <a:r>
              <a:rPr lang="ru-RU" dirty="0"/>
              <a:t>основной продукт)</a:t>
            </a:r>
            <a:r>
              <a:rPr lang="en-US" dirty="0"/>
              <a:t>: </a:t>
            </a:r>
            <a:r>
              <a:rPr lang="ru-RU" dirty="0"/>
              <a:t>Полная версия игры с доступом ко всем персонажам, уровням и предметам. Ключевой продукт, ради которого игроки приходят на площадку. Должен быть максимально привлекательным по цене и наполнению.</a:t>
            </a:r>
          </a:p>
        </p:txBody>
      </p:sp>
    </p:spTree>
    <p:extLst>
      <p:ext uri="{BB962C8B-B14F-4D97-AF65-F5344CB8AC3E}">
        <p14:creationId xmlns:p14="http://schemas.microsoft.com/office/powerpoint/2010/main" val="3055904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753158C-09B3-7586-4F0F-CF688073F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Максимизатор</a:t>
            </a:r>
            <a:r>
              <a:rPr lang="ru-RU" dirty="0"/>
              <a:t> прибыли</a:t>
            </a:r>
            <a:r>
              <a:rPr lang="en-US" dirty="0"/>
              <a:t>: </a:t>
            </a:r>
            <a:r>
              <a:rPr lang="ru-RU" dirty="0"/>
              <a:t>Дополнительные DLC: новые персонажи, скины, саундтреки, эксклюзивные предметы. Увеличивает средний чек и LTV (пожизненную ценность клиента), удерживает интерес к игре после прохождения.</a:t>
            </a:r>
          </a:p>
        </p:txBody>
      </p:sp>
    </p:spTree>
    <p:extLst>
      <p:ext uri="{BB962C8B-B14F-4D97-AF65-F5344CB8AC3E}">
        <p14:creationId xmlns:p14="http://schemas.microsoft.com/office/powerpoint/2010/main" val="461577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7ADD5C-4051-2623-3739-4EAA5FDCA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Премиум продукт</a:t>
            </a:r>
            <a:r>
              <a:rPr lang="en-US" dirty="0"/>
              <a:t>: </a:t>
            </a:r>
            <a:r>
              <a:rPr lang="ru-RU" dirty="0"/>
              <a:t>Коллекционное издание: физическая копия, артбук, постер, эксклюзивный доступ к бета-тестам. Для самых преданных фанатов, создаёт ощущение эксклюзивности и повышает лояльность.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52198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065B6AA-1A2F-9E73-6B41-31156C95E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Триггер возврата</a:t>
            </a:r>
            <a:r>
              <a:rPr lang="en-US" dirty="0"/>
              <a:t>: </a:t>
            </a:r>
            <a:r>
              <a:rPr lang="ru-RU" dirty="0"/>
              <a:t>Регулярные обновления, сезонные ивенты, новые уровни, конкурсы с призами. Мотивирует игроков возвращаться в игру, поддерживает активность сообщества и продлевает жизненный цикл 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1628352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224215C-0ACE-D7D5-3E45-3BFFE7774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ru-RU" sz="3400" dirty="0"/>
              <a:t>1.Это не до конца доработанная и проверенная версия , которая уже сейчас может заинтересовать большинство людей разных возрастов своим юмором и динамикой.</a:t>
            </a:r>
          </a:p>
          <a:p>
            <a:pPr marL="0" indent="0" fontAlgn="base">
              <a:buNone/>
            </a:pPr>
            <a:r>
              <a:rPr lang="ru-RU" sz="3400" dirty="0"/>
              <a:t>2.Это твой шанс попробовать поиграть и понять, интересует ли тебя данный жанр . </a:t>
            </a:r>
          </a:p>
          <a:p>
            <a:pPr marL="0" indent="0" fontAlgn="base">
              <a:buNone/>
            </a:pPr>
            <a:r>
              <a:rPr lang="ru-RU" sz="3400" dirty="0"/>
              <a:t>3.Здесь ты самостоятельно можешь развивать ход событий в дальнейшем сюжете и концовке  благодаря системе случайной генерации этажей и выпадающих предметов.</a:t>
            </a:r>
          </a:p>
          <a:p>
            <a:pPr marL="0" indent="0" fontAlgn="base">
              <a:buNone/>
            </a:pPr>
            <a:r>
              <a:rPr lang="ru-RU" sz="3400" dirty="0"/>
              <a:t>4.Мы понимаем, что рогалики бывают сложными, поэтому игра доставляет удобство тем, кто не может по какой-либо причине пройти определённый этап. </a:t>
            </a:r>
          </a:p>
          <a:p>
            <a:pPr marL="0" indent="0" fontAlgn="base">
              <a:buNone/>
            </a:pPr>
            <a:r>
              <a:rPr lang="ru-RU" sz="3400" dirty="0"/>
              <a:t>5.Разнообразие билдов и предметов позволяет найти свой стиль игры и победить даже самого строгого Директора.</a:t>
            </a:r>
          </a:p>
          <a:p>
            <a:pPr marL="0" indent="0" fontAlgn="base">
              <a:buNone/>
            </a:pPr>
            <a:r>
              <a:rPr lang="ru-RU" sz="3400" dirty="0"/>
              <a:t>6.Мы уделили внимание деталям, которые многим людям важны для ощущения полного погружения в игру: от пиксельных спрайтов снарядов-рефератов до шкалы «Любовь и одобрение» вместо привычных сердечек.</a:t>
            </a:r>
          </a:p>
          <a:p>
            <a:pPr marL="0" indent="0" fontAlgn="base">
              <a:buNone/>
            </a:pPr>
            <a:r>
              <a:rPr lang="ru-RU" sz="3400" dirty="0"/>
              <a:t>7.А система ежедневных заданий и достижений возвращает игрока для продолжения игры, при этом давая бонус за определённые действия , чтобы каждый поход за знаниями был вознаграждён.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58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B73A5E9-5555-20E0-8A75-8A1A70C9D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081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 fontAlgn="base">
              <a:buNone/>
            </a:pPr>
            <a:r>
              <a:rPr lang="ru-RU" sz="8000" dirty="0"/>
              <a:t>Погрузись в уникальный мир MVEK, где ты не просто студент — ты борец за выживание в лабиринтах колледжа! </a:t>
            </a:r>
          </a:p>
          <a:p>
            <a:pPr marL="0" indent="0" fontAlgn="base">
              <a:buNone/>
            </a:pPr>
            <a:endParaRPr lang="ru-RU" sz="8000" dirty="0"/>
          </a:p>
          <a:p>
            <a:pPr marL="0" indent="0" fontAlgn="base">
              <a:buNone/>
            </a:pPr>
            <a:r>
              <a:rPr lang="ru-RU" sz="8000" dirty="0"/>
              <a:t>Классический геймплей на новый лад: исследуй процедурно генерируемые этажи учебного корпуса, отбивайся от тьюторов и преподавателей, собирай предметы и спускайся всё ниже, к логову финального босса — Директора.</a:t>
            </a:r>
          </a:p>
          <a:p>
            <a:pPr marL="0" indent="0" fontAlgn="base">
              <a:buNone/>
            </a:pPr>
            <a:r>
              <a:rPr lang="ru-RU" sz="8000" dirty="0"/>
              <a:t>Уникальная атмосфера: снаряды — это рефераты и билеты, валюта — рубли, а здоровье — «Любовь и одобрение». Стиль игры — семейный: никакой крови и демонов, только весёлый студенческий трэш.</a:t>
            </a:r>
          </a:p>
          <a:p>
            <a:pPr marL="0" indent="0" fontAlgn="base">
              <a:buNone/>
            </a:pPr>
            <a:r>
              <a:rPr lang="ru-RU" sz="8000" dirty="0"/>
              <a:t>Глубокая система развития: комбинируй более 55 уникальных предметов, чтобы создать идеальный билд. Собирай комплекты («теги») и трансформируйся в «Отличника», «Хакера» или «Спортсмена», получая мощные бонусы.</a:t>
            </a:r>
          </a:p>
          <a:p>
            <a:pPr marL="0" indent="0" fontAlgn="base">
              <a:buNone/>
            </a:pPr>
            <a:r>
              <a:rPr lang="ru-RU" sz="8000" dirty="0"/>
              <a:t>Разнообразие врагов: сразись с 4 уникальными боссами этажей, десятком мини-боссов и ордами преподавателей. Каждый забег будет новым испытанием.</a:t>
            </a:r>
          </a:p>
          <a:p>
            <a:pPr marL="0" indent="0" fontAlgn="base">
              <a:buNone/>
            </a:pPr>
            <a:r>
              <a:rPr lang="ru-RU" sz="8000" dirty="0"/>
              <a:t>Простота освоения: автоматический подбор предметов, интуитивное управление (WASD + стрельба мышью) и низкий порог входа делают игру доступной для всех.</a:t>
            </a:r>
          </a:p>
          <a:p>
            <a:pPr marL="0" indent="0" fontAlgn="base">
              <a:buNone/>
            </a:pPr>
            <a:endParaRPr lang="ru-RU" sz="8000" dirty="0"/>
          </a:p>
          <a:p>
            <a:pPr marL="0" indent="0" fontAlgn="base">
              <a:buNone/>
            </a:pPr>
            <a:r>
              <a:rPr lang="ru-RU" sz="8000" dirty="0"/>
              <a:t>Присоединяйся к «Выживанию студента» в антураже MVEK и узнай, готов ли ты к реальным вызовам, которые ждут за дверями аудиторий! Исследуй, адаптируйся под найденные предметы и показывай, на что способен настоящий студент МВЭК.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92391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373E4D"/>
      </a:dk1>
      <a:lt1>
        <a:sysClr val="window" lastClr="F9F9F9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586</Words>
  <Application>Microsoft Office PowerPoint</Application>
  <PresentationFormat>Широкоэкранный</PresentationFormat>
  <Paragraphs>25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A3_O2</dc:creator>
  <cp:lastModifiedBy>A3_O2</cp:lastModifiedBy>
  <cp:revision>1</cp:revision>
  <dcterms:created xsi:type="dcterms:W3CDTF">2026-05-18T14:47:34Z</dcterms:created>
  <dcterms:modified xsi:type="dcterms:W3CDTF">2026-05-18T15:18:53Z</dcterms:modified>
</cp:coreProperties>
</file>